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920240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You Trust an AI Mathematician?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880360" y="2779776"/>
            <a:ext cx="640080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0" y="2962656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/ affiliation / venue / date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and trust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74066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systems are much stronger at mathematics than they were even a year ago.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now perform impressively on demanding benchmarks.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capability and trust are not the same question.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ask this now?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8046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results in mathematics are improving quickly.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are also beginning to contribute, at least in limited ways, to research-level work.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 longer speculative.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8680" y="5074920"/>
            <a:ext cx="6035040" cy="822960"/>
          </a:xfrm>
          <a:prstGeom prst="roundRect">
            <a:avLst>
              <a:gd name="adj" fmla="val 8889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5239512"/>
            <a:ext cx="5705856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concrete examples here: one benchmark example and one research-adjacent example.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for working mathematicians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813816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working mathematician, the issue is practical rather than philosophical: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do not know the answer, can this help me without wasting time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creating false confidence?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should we judge them?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what these systems can sometimes do under controlled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80644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7103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own experiments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7103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how they behave in actual mathematical work.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09160"/>
            <a:ext cx="4023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both kinds of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benchmarks tell us, and what they do not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09160" cy="2971800"/>
          </a:xfrm>
          <a:prstGeom prst="roundRect">
            <a:avLst>
              <a:gd name="adj" fmla="val 2462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tell us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37997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measure difficult problem-solving under fixed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760720" y="1417320"/>
            <a:ext cx="4800600" cy="2971800"/>
          </a:xfrm>
          <a:prstGeom prst="roundRect">
            <a:avLst>
              <a:gd name="adj" fmla="val 2462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25312" y="1545336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not tell 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25312" y="1856232"/>
            <a:ext cx="447141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these systems can efficiently contribute to our understanding of mathematical problems.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73168"/>
            <a:ext cx="594360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question mathematicians actually care about.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recent tests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home/matt.linux/talks/2026/oregon/assets/raw-images/archon-firstproof-o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417320"/>
            <a:ext cx="4709160" cy="3154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417320"/>
            <a:ext cx="4709160" cy="3154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0" y="1417320"/>
            <a:ext cx="4800600" cy="315468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25312" y="1618488"/>
            <a:ext cx="4471416" cy="27523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FrontierMath image or leaderboard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846320"/>
            <a:ext cx="77724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examples ask rather different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give a useful picture of recent progress.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Proof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home/matt.linux/talks/2026/oregon/assets/raw-images/archon-firstproof-o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4864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48640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417320"/>
            <a:ext cx="457200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Proof evaluates olympiad-style proof generation.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still an artificial setting, but it is at least recognizable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for sustained reasoning, not just short-answer pattern matching.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FrontierMath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486400" cy="384048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157216" cy="34381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FrontierMath figure or Tier 4 leaderboard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75120" y="1417320"/>
            <a:ext cx="457200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FrontierMath was designed to probe much harder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harder tiers aim beyond standard benchmark questions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are meant to resist superficial pattern matching.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score can hide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3172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8348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8105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34086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7121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65760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33172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98348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30936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233172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172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498348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30936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868680" y="39776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3272" y="4142232"/>
            <a:ext cx="506577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performance can come from best-on-each-problem aggregation rather than one dependable assistant.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83680" y="1600200"/>
            <a:ext cx="45720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aggregate score may come from different systems succeeding on different problems.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the same thing as having one system you can reliably work with.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pass@X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home/matt.linux/talks/2026/oregon/assets/raw-images/2407-fig7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85216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85216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03720" y="1417320"/>
            <a:ext cx="4434840" cy="2468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allows many tries, success rates can rise dramatically.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eventual success after repeated sampling is not the same thing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system that is reliable on the first few serious attempts.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49808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(1 - p)^X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seems to be improving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6400800" cy="411480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6071616" cy="37124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FrontierMath Tier 4 leaderboard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0" y="1508760"/>
            <a:ext cx="37490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systems do seem to be getting better.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 mathematical benchmarks, the trend is plainly upward.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much is real, even if it does not settle the question of trust.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is not reliability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4892040" cy="3474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work argues that accuracy and reliability should be separated.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can solve many tasks on average and still be an unreliable tool in practice.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for mathematics, we should ask not only how often a model succeeds,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how to benchmark reliability itself.</a:t>
            </a:r>
            <a:endParaRPr lang="en-US" sz="1800" dirty="0"/>
          </a:p>
        </p:txBody>
      </p:sp>
      <p:pic>
        <p:nvPicPr>
          <p:cNvPr id="6" name="Image 0" descr="/home/matt.linux/talks/2026/oregon/assets/raw-images/2602-fig1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325880"/>
            <a:ext cx="539496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1325880"/>
            <a:ext cx="5394960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reliability mean in mathematics?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useful directions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definitions and assumptions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in ways that are easy to detect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4206240"/>
            <a:ext cx="82296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reliable system would do more than occasionally produce correct answers.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help us understand a problem efficiently,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would fail in ways that do not quietly waste our time.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these systems fail?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intermediate claims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proof sketch can look coherent while relying on a false lemma.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Invented references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 and attributions are easy to fabricate and costly to verify.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Locally plausible steps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may look reasonable even when the full argument breaks.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 in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 and hypotheses can shift subtly as the solution unfolds.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480560"/>
            <a:ext cx="896112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failures are familiar by 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only that they occur,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that they can be expensive to detect when one does not already know the answer.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changes the picture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/home/matt.linux/talks/2026/oregon/assets/raw-images/alphaevolve-fig1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5778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57784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29400" y="1463040"/>
            <a:ext cx="45720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impressive current systems do not ignore unreliability.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put generation inside a loop of testing, scoring, and selection.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AlphaEvolve is a good example of this.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AlphaEvolve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pic>
        <p:nvPicPr>
          <p:cNvPr id="5" name="Image 0" descr="/home/matt.linux/talks/2026/oregon/assets/raw-images/alphaevolve-fig5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3492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34924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46520" y="1463040"/>
            <a:ext cx="4800600" cy="2468880"/>
          </a:xfrm>
          <a:prstGeom prst="roundRect">
            <a:avLst>
              <a:gd name="adj" fmla="val 296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11112" y="1591056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611112" y="1901952"/>
            <a:ext cx="4471416" cy="1938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x 4 complex matrix multiplication in 48 scalar multiplications.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best known constructions on many mathematical problems.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prior state of the art on a meaningful subset.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37960" y="4251960"/>
            <a:ext cx="448056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larger lesson is that verification or testing can make these systems much more useful.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testing to proof checking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/ scoring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checking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8046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some problems, one can test candidate outputs.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mathematics, a deeper possibility is to check proofs themselves.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where formalization enters the picture.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in one slide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63040"/>
            <a:ext cx="507492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is a proof assistant in which definitions, statements, and proofs are formal objects.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ultimately matters is that a small trusted kernel checks the proof.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gives a much firmer notion of correctness than persuasive prose.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72200" y="1325880"/>
            <a:ext cx="5074920" cy="379476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36792" y="1527048"/>
            <a:ext cx="4745736" cy="33924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a short, legible Lean snippet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gives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statements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 being checked must be written precisely enough for a machine.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dependencies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objects, assumptions, and lemmas become explicit.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Machine-checked proofs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 no longer depends on rhetoric or reader confidence.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can be replayed and inspected later in the same environment.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89611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burden shifts from judging prose to checking that the formal statement is the right one.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does not give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349240" cy="388620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020056" cy="34838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formal statement / definition example whose syntax obscures its meaning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6520" y="1463040"/>
            <a:ext cx="475488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verified proof is only as good as the statement that was formalized.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still has to check definitions, hypotheses, and the actual claim being proved.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syntax can obscure these things rather than clarify them.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Autoformalization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informal mathematics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formalization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checking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6267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072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/ revision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3977640"/>
            <a:ext cx="841248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Autoformalization tries to move from ordinary mathematical language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machine-checkable statements and proofs.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remove the need for human judgment,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changes where that judgment is applied.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 and Megalodon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486400" cy="384048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157216" cy="34381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Urban / Megalodon figure or workflow image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0" y="1463040"/>
            <a:ext cx="4617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one of the clearest recent demonstrations of serious autoformalization.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is no longer merely aspirational.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models can now support a substantial formalization loop.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 and sphere packing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486400" cy="384048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157216" cy="34381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Gauss / sphere-packing formalization image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0" y="1463040"/>
            <a:ext cx="4617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examples are striking because they are mathematically recognizable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because the outputs are not just prose but formal artifacts.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promise of autoformalization more concrete.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is happening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60020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728216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Recent autoformalization paper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039112"/>
            <a:ext cx="3008376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small figure or screenshot and one short caption.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425696" y="160020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728216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Archon / First Proof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0288" y="2039112"/>
            <a:ext cx="3008376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small figure or screenshot and one short caption.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82712" y="160020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47304" y="172821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2026 example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47304" y="2039112"/>
            <a:ext cx="2414016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space if a third small panel is useful.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60120" y="4343400"/>
            <a:ext cx="804672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not isolated examples.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several groups, the pace of progress this year has been unusually fast.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Claude Code moment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212080" cy="379476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4882896" cy="33924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representative Claude Code screenshots or a simpler custom diagram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417320"/>
            <a:ext cx="4846320" cy="2423160"/>
          </a:xfrm>
          <a:prstGeom prst="roundRect">
            <a:avLst>
              <a:gd name="adj" fmla="val 3019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545336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claim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1856232"/>
            <a:ext cx="4517136" cy="1892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coding-oriented models made these workflows much more accessible in practice.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 longer needs a highly specialized system to begin trying serious experiments.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425196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441655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off-the-shelf model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07792" y="446227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246120" y="425196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55848" y="441655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loop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85232" y="446227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23560" y="425196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33288" y="441655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feedback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Serre duality: a personal experiment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806440" cy="370332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477256" cy="33009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screenshot from the Serre duality experiment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03720" y="1463040"/>
            <a:ext cx="429768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my own experiment, this kind of workflow was strong enough to be genuinely useful.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not that the system could simply be trusted.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that it could help produce formal mathematics that could then be checked.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5349240"/>
            <a:ext cx="10378440" cy="822960"/>
          </a:xfrm>
          <a:prstGeom prst="roundRect">
            <a:avLst>
              <a:gd name="adj" fmla="val 8889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5513832"/>
            <a:ext cx="10049256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ask whether one should trust an AI mathematician, my answer is no, not in the ordinary sense. But one can increasingly trust a workflow in which generation is coupled to real verification.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Should You Trust an AI Mathematician?</dc:title>
  <dc:subject>Math department colloquium deck skeleton</dc:subject>
  <dc:creator>OpenAI Codex</dc:creator>
  <cp:lastModifiedBy>OpenAI Codex</cp:lastModifiedBy>
  <cp:revision>1</cp:revision>
  <dcterms:created xsi:type="dcterms:W3CDTF">2026-03-09T11:23:07Z</dcterms:created>
  <dcterms:modified xsi:type="dcterms:W3CDTF">2026-03-09T11:23:07Z</dcterms:modified>
</cp:coreProperties>
</file>
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You Trust an AI Mathematician?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Name / affiliation / venue / date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and trust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Recent systems are much stronger at mathematics than they were even a year ago.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Some now perform impressively on demanding benchmarks.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Capability and trust are not the same question.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ask this now?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Benchmark results in mathematics are improving quickly.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Systems are also beginning to contribute, at least in limited ways, to research-level work.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This is no longer a speculative question.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Need concrete examples: one benchmark example and one research example.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for working mathematicians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 a working mathematician, the issue is practical rather than philosophical.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When I do not know the answer, can this help me without wasting time?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Can it help without creating false confidence?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we judge them?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Benchmarks tell us what these systems can sometimes do under controlled conditions.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Our own experiments tell us how they behave in actual mathematical work.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We need both kinds of evidence.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benchmarks tell us, and what they do not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They measure difficult problem-solving under fixed conditions.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They do not tell us whether these systems can efficiently contribute to our understanding of mathematical problems.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That is the question mathematicians actually care about.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examples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Use this slide only to introduce the two benchmark examples if needed.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Examples: First Proof and FrontierMath.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If it feels redundant later, cut this slide.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Proof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First Proof evaluates olympiad-style proof generation.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It is still an artificial setting, but it is at least recognizable mathematics.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It asks for sustained reasoning, not just short-answer pattern matching.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Figure: benchmark screenshot, table, or representative result.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FrontierMath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FrontierMath was designed to probe much harder mathematics.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Its harder tiers aim beyond standard benchmark questions.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It is meant to resist shallow pattern matching.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Figure: benchmark description or Tier 4-related material.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score can hide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 headline score may combine strengths that no single model has.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Best-on-each-problem aggregation is not the same as one dependable assistant.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Diagram: different systems succeed on different problems.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pass@X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If one allows many tries, success rates can rise dramatically.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Eventual success after repeated sampling is not the same thing as reliability on the first few serious attempts.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Include the basic formula 1 - (1 - p)^X.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Figure: repeated-sampling / verifier-loop material from arXiv:2407.21787.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seems to be improving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systems do seem to be getting better.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On hard mathematical benchmarks, the trend is plainly upward.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That much is real, even if it does not settle the question of trust.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Figure: FrontierMath Tier 4 leaderboard.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is not reliability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Recent work argues that accuracy and reliability should be separated.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 system can solve many tasks on average and still be an unreliable tool in practice.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 mathematics, we should ask not only how often a model succeeds, but how to benchmark reliability itself.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Figure: reliability-versus-accuracy framing from arXiv:2602.16666v1.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reliability mean in mathematics?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 reliable system would do more than occasionally produce correct answers.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It would help us understand a problem efficiently.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It would preserve definitions and assumptions.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It would fail in ways that are easy to detect.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these systems fail?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False intermediate claims.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Invented references.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Locally plausible steps that do not compose.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Drift in definitions or assumptions.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problem is not only that they occur, but that they can be expensive to detect when one does not already know the answer.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changes the picture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most impressive current systems do not ignore unreliability.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They put generation inside a loop of testing, scoring, and selection.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AlphaEvolve is a good example of this.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Figure: AlphaEvolve setup.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AlphaEvolve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This approach is strongest when progress can be automatically evaluated.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Concrete example: 4x4 complex matrix multiplication in 48 scalar multiplications.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It matched best known constructions on many problems and improved some of them.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larger lesson is that verification or testing can make these systems much more useful.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Figure: one clean highlights figure.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testing to proof checking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 some problems, one can test candidate outputs.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 mathematics, a deeper possibility is to check proofs themselves.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That is where formalization enters the picture.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Diagram: testing / scoring -&gt; formal proof checking.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in one slide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Lean is a proof assistant in which definitions, statements, and proofs are formal objects.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What ultimately matters is that a small trusted kernel checks the proof.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This gives a much firmer notion of correctness than persuasive prose.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Include one short, legible Lean example.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formalization gives you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Exact statements.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Exact dependencies.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Machine-checked proofs.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Reproducibility.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burden shifts from judging prose to checking that the formal statement is the right one.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formalization does not give you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 verified proof is only as good as the statement that was formalized.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One still has to check definitions, hypotheses, and the actual claim being proved.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Formal syntax can obscure these things rather than clarify them.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Example needed: a formal statement whose syntax hides the true claim.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Autoformalization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Autoformalization tries to move from ordinary mathematical language to machine-checkable statements and proofs.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It does not remove the need for human judgment.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It changes where that judgment is applied.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Diagram: informal mathematics -&gt; generated formalization -&gt; proof checking -&gt; repair / revision.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and Megalodon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One of the clearest recent demonstrations of serious autoformalization.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workflow is no longer merely aspirational.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Strong models can now support a substantial formalization loop.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Figure: Urban / Megalodon workflow or result.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 and sphere packing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These examples are striking because they are mathematically recognizable.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outputs are not just prose but formal artifacts.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They make the promise of autoformalization more concrete.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Figure: Gauss / sphere-packing formalization material.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more is happening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These are not isolated examples.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Across several groups, the pace of progress this year has been unusually fast.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Examples to mention briefly: M2F, Archon / First Proof, other recent autoformalization work.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Small supporting panels or references if desired.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Claude Code moment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What changed this year is not only benchmark performance.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Recent coding-oriented models made these workflows much more accessible in practice.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One no longer needs a highly specialized system to begin trying serious experiments.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Keep the tone understated: this is a threshold claim, not a hype slide.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Serre duality: a personal experiment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6070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05840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Figure: screenshot from the Serre duality experiment.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 my own experiment, this kind of workflow was strong enough to be genuinely useful.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point was not that the system could simply be trusted.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point was that it could help produce formal mathematics that could then be checked.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Closing line: trust the verified workflow more than the generated prose.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Trust an AI Mathematician? Outline Deck</dc:title>
  <dc:subject>Outline deck with slide-by-slide bullet blocking</dc:subject>
  <dc:creator>OpenAI Codex</dc:creator>
  <cp:lastModifiedBy>OpenAI Codex</cp:lastModifiedBy>
  <cp:revision>1</cp:revision>
  <dcterms:created xsi:type="dcterms:W3CDTF">2026-03-09T12:30:57Z</dcterms:created>
  <dcterms:modified xsi:type="dcterms:W3CDTF">2026-03-09T12:30:57Z</dcterms:modified>
</cp:coreProperties>
</file>